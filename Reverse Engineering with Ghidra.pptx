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0e49c423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0e49c423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0e49c423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0e49c423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0e49c423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0e49c423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0e49c4236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0e49c4236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0e49c4236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10e49c4236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0e49c4236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0e49c4236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0e49c4236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0e49c4236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0e49c4236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0e49c4236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0e49c4236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0e49c4236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john-gunst.github.io/CyberClubFileHosting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Engineering with Ghidra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 Club Slides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Downloads Needed to Follow Along</a:t>
            </a:r>
            <a:endParaRPr/>
          </a:p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downloads can be found here: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https://john-gunst.github.io/CyberClubFileHosting.html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Ghidra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bbbbloat example binary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Reverse Engineering in Cyber?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process of analyzing programs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Important for analyzing malware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done by compiling them into assembly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Assembly is difficult to read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Debuggers provide helpful tool for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the best tools is Ghidra</a:t>
            </a:r>
            <a:endParaRPr/>
          </a:p>
        </p:txBody>
      </p:sp>
      <p:pic>
        <p:nvPicPr>
          <p:cNvPr descr="programming - Who is credited for the creation of Assembly Language? -  Retrocomputing Stack Exchange"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6450" y="1152476"/>
            <a:ext cx="3194237" cy="2271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Ghidra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source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Developed by the NSA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Made to make reverse engineering easier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Existed as early as 1999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Released in 2017</a:t>
            </a:r>
            <a:endParaRPr/>
          </a:p>
        </p:txBody>
      </p:sp>
      <p:pic>
        <p:nvPicPr>
          <p:cNvPr descr="Ghidra - Wikipedia" id="81" name="Google Shape;81;p16"/>
          <p:cNvPicPr preferRelativeResize="0"/>
          <p:nvPr/>
        </p:nvPicPr>
        <p:blipFill rotWithShape="1">
          <a:blip r:embed="rId3">
            <a:alphaModFix/>
          </a:blip>
          <a:srcRect b="-22594" l="-11781" r="0" t="0"/>
          <a:stretch/>
        </p:blipFill>
        <p:spPr>
          <a:xfrm>
            <a:off x="5269675" y="950025"/>
            <a:ext cx="3501375" cy="38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Ghidra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New Project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Open Ghidra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Click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Click New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Name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5. When finished click the dragon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100" y="107875"/>
            <a:ext cx="524341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Your Binary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are now in the Code Browser!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 Click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2.Click Import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3.Navigate the file system for bbbbloat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Click bbbbloat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Click ok for the subsequent prompt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6. Click analyze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5500" y="152400"/>
            <a:ext cx="463302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Searching for Strings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*Strings will tell you where certain strings are printed 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 Click Window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Click Defined Strings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Scroll the window to find the string, "</a:t>
            </a:r>
            <a:r>
              <a:rPr lang="en"/>
              <a:t>What's my favorite number?"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Click the string  to go to the line of code it's referenced 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5. Notice the XREF, this shows the memory address of where it is called within a function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6325" y="1148863"/>
            <a:ext cx="5719501" cy="2845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at the Functionality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Click XREF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Click window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Click Decompile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Notice the if statement checking to see if the number is 0x86187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5. Right click to see its value in decimal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6325" y="1109850"/>
            <a:ext cx="5719501" cy="285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the Flag!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1. Run the program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2. Put in the decimal value when prompted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3. Receive flag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575" y="1154375"/>
            <a:ext cx="5719500" cy="2732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